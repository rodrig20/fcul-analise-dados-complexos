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pt-PT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 /><Relationship Id="rId19" Type="http://schemas.openxmlformats.org/officeDocument/2006/relationships/tableStyles" Target="tableStyles.xml" /><Relationship Id="rId2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368230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32847248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78260874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918275613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3717231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45325338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31422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403659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805099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D42D0A-2433-0A56-6369-1C17C394883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D509FE-3557-8610-5A7E-5449DEC1E3B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0A31C8-8B9E-B3CD-2477-8740930613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E99E2B-D7B3-E950-EB55-C791CDC830B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18191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25777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0755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EA8BDC-4A40-49C7-0997-E10FF3AD03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75311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50699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06307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FD92A1-017B-AB1E-0DCC-957FD765DB0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41029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48130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6031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217F96-77E7-3DD3-572C-49C15AFD8C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8757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61911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76184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B34A29-FB3D-4DC0-88EC-7D8EE6C463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65297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60559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50619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841546-2522-3E02-76EE-E7BBFD21D9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60651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44774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21223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77ABF1-33EF-2579-4D87-567C254B21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0287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57360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47730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0C5E3B-3F1E-9753-62C5-2A68B76688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763694-6C3A-AFE4-C4B4-9ABE02486D7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5417254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50748414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125058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5378747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534540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33741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0984372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944761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1534227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6389590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0560135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0637569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109209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6465932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408262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72735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0360680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0513610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8313917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0686179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796822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4558748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1162297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1308107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6448538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8917814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13109136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01680054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2019413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261060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5824321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4801072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1713724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2680981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50504207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0103676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5992475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3883086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4798070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3964572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8187972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7226766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4371575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61906366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36134503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5519610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6231225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4480736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260799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433154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7749819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0987772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694885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594383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6430370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2840531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6449846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7930590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562644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4363208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4226924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2616560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3531112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883341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pt-PT"/>
              <a:t>Análise de dados </a:t>
            </a:r>
            <a:endParaRPr lang="pt-PT"/>
          </a:p>
        </p:txBody>
      </p:sp>
      <p:sp>
        <p:nvSpPr>
          <p:cNvPr id="629661300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pt-PT"/>
              <a:t>Análise de </a:t>
            </a:r>
            <a:r>
              <a:rPr lang="pt-PT"/>
              <a:t>user–user networks from twitch Dataset </a:t>
            </a:r>
            <a:endParaRPr lang="pt-PT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68317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Arquitetura </a:t>
            </a:r>
            <a:endParaRPr/>
          </a:p>
        </p:txBody>
      </p:sp>
      <p:sp>
        <p:nvSpPr>
          <p:cNvPr id="158803915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354714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Metodologia </a:t>
            </a:r>
            <a:endParaRPr/>
          </a:p>
        </p:txBody>
      </p:sp>
      <p:sp>
        <p:nvSpPr>
          <p:cNvPr id="43162409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Análise de centralidade</a:t>
            </a:r>
            <a:endParaRPr/>
          </a:p>
          <a:p>
            <a:pPr>
              <a:defRPr/>
            </a:pPr>
            <a:r>
              <a:rPr/>
              <a:t>Deteção de Comunidades</a:t>
            </a:r>
            <a:endParaRPr/>
          </a:p>
          <a:p>
            <a:pPr>
              <a:defRPr/>
            </a:pPr>
            <a:r>
              <a:rPr/>
              <a:t>SmallWordness </a:t>
            </a:r>
            <a:endParaRPr/>
          </a:p>
          <a:p>
            <a:pPr>
              <a:defRPr/>
            </a:pPr>
            <a:r>
              <a:rPr lang="pt-PT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Análise de Homofilia</a:t>
            </a:r>
            <a:endParaRPr/>
          </a:p>
          <a:p>
            <a:pPr>
              <a:defRPr/>
            </a:pPr>
            <a:r>
              <a:rPr/>
              <a:t>K-core</a:t>
            </a:r>
            <a:endParaRPr/>
          </a:p>
          <a:p>
            <a:pPr>
              <a:defRPr/>
            </a:pPr>
            <a:r>
              <a:rPr/>
              <a:t>Propagação </a:t>
            </a:r>
            <a:endParaRPr/>
          </a:p>
          <a:p>
            <a:pPr marL="0" indent="0">
              <a:buFont typeface="Arial"/>
              <a:buNone/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922952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Resultados </a:t>
            </a:r>
            <a:endParaRPr/>
          </a:p>
        </p:txBody>
      </p:sp>
      <p:sp>
        <p:nvSpPr>
          <p:cNvPr id="29263329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pt-PT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Análise de centralidade</a:t>
            </a:r>
            <a:endParaRPr/>
          </a:p>
          <a:p>
            <a:pPr>
              <a:defRPr/>
            </a:pPr>
            <a:endParaRPr/>
          </a:p>
        </p:txBody>
      </p:sp>
      <p:pic>
        <p:nvPicPr>
          <p:cNvPr id="36435438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51544" y="2492854"/>
            <a:ext cx="11088910" cy="39052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805543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PT" sz="4400" b="0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Resultados </a:t>
            </a:r>
            <a:endParaRPr/>
          </a:p>
        </p:txBody>
      </p:sp>
      <p:sp>
        <p:nvSpPr>
          <p:cNvPr id="132136678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pt-PT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Deteção de Comunidades</a:t>
            </a:r>
            <a:endParaRPr/>
          </a:p>
        </p:txBody>
      </p:sp>
      <p:pic>
        <p:nvPicPr>
          <p:cNvPr id="372003900" name=""/>
          <p:cNvPicPr>
            <a:picLocks noChangeAspect="1"/>
          </p:cNvPicPr>
          <p:nvPr/>
        </p:nvPicPr>
        <p:blipFill rotWithShape="1">
          <a:blip r:embed="rId3"/>
          <a:srcRect l="7084" t="0" r="7177" b="0"/>
          <a:stretch/>
        </p:blipFill>
        <p:spPr bwMode="auto">
          <a:xfrm flipH="0" flipV="0">
            <a:off x="869461" y="2446468"/>
            <a:ext cx="10453076" cy="39677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533949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PT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Resultados </a:t>
            </a:r>
            <a:endParaRPr/>
          </a:p>
        </p:txBody>
      </p:sp>
      <p:sp>
        <p:nvSpPr>
          <p:cNvPr id="13865265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pt-PT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Assortividade</a:t>
            </a:r>
            <a:endParaRPr/>
          </a:p>
        </p:txBody>
      </p:sp>
      <p:pic>
        <p:nvPicPr>
          <p:cNvPr id="659835363" name=""/>
          <p:cNvPicPr>
            <a:picLocks noChangeAspect="1"/>
          </p:cNvPicPr>
          <p:nvPr/>
        </p:nvPicPr>
        <p:blipFill rotWithShape="1">
          <a:blip r:embed="rId3"/>
          <a:srcRect l="34845" t="9421" r="35172" b="10144"/>
          <a:stretch/>
        </p:blipFill>
        <p:spPr bwMode="auto">
          <a:xfrm flipH="0" flipV="0">
            <a:off x="7865064" y="2865640"/>
            <a:ext cx="3655320" cy="3311321"/>
          </a:xfrm>
          <a:prstGeom prst="rect">
            <a:avLst/>
          </a:prstGeom>
        </p:spPr>
      </p:pic>
      <p:pic>
        <p:nvPicPr>
          <p:cNvPr id="2023537728" name=""/>
          <p:cNvPicPr>
            <a:picLocks noChangeAspect="1"/>
          </p:cNvPicPr>
          <p:nvPr/>
        </p:nvPicPr>
        <p:blipFill rotWithShape="1">
          <a:blip r:embed="rId4"/>
          <a:srcRect l="33021" t="7459" r="33369" b="6950"/>
          <a:stretch/>
        </p:blipFill>
        <p:spPr bwMode="auto">
          <a:xfrm flipH="0" flipV="0">
            <a:off x="1384807" y="2861622"/>
            <a:ext cx="3557627" cy="33153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94900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PT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Resultados </a:t>
            </a:r>
            <a:endParaRPr/>
          </a:p>
        </p:txBody>
      </p:sp>
      <p:sp>
        <p:nvSpPr>
          <p:cNvPr id="195027198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pt-PT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SmallWordness </a:t>
            </a:r>
            <a:endParaRPr/>
          </a:p>
        </p:txBody>
      </p:sp>
      <p:pic>
        <p:nvPicPr>
          <p:cNvPr id="54831738" name=""/>
          <p:cNvPicPr>
            <a:picLocks noChangeAspect="1"/>
          </p:cNvPicPr>
          <p:nvPr/>
        </p:nvPicPr>
        <p:blipFill rotWithShape="1">
          <a:blip r:embed="rId3"/>
          <a:srcRect l="8086" t="-144" r="8379" b="-275"/>
          <a:stretch/>
        </p:blipFill>
        <p:spPr bwMode="auto">
          <a:xfrm flipH="0" flipV="0">
            <a:off x="1003788" y="2629551"/>
            <a:ext cx="10184423" cy="37692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635499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PT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Distribuições</a:t>
            </a:r>
            <a:endParaRPr/>
          </a:p>
        </p:txBody>
      </p:sp>
      <p:pic>
        <p:nvPicPr>
          <p:cNvPr id="66737710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96217" y="1343886"/>
            <a:ext cx="10363525" cy="54247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067134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PT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Distribuições</a:t>
            </a:r>
            <a:endParaRPr/>
          </a:p>
        </p:txBody>
      </p:sp>
      <p:pic>
        <p:nvPicPr>
          <p:cNvPr id="97724564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91935" y="1251119"/>
            <a:ext cx="10982359" cy="54926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290925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PT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Distribuições</a:t>
            </a:r>
            <a:endParaRPr/>
          </a:p>
        </p:txBody>
      </p:sp>
      <p:sp>
        <p:nvSpPr>
          <p:cNvPr id="197386501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98110176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50897" y="1424679"/>
            <a:ext cx="11381153" cy="53861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018472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PT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K-core</a:t>
            </a:r>
            <a:endParaRPr sz="4400"/>
          </a:p>
        </p:txBody>
      </p:sp>
      <p:pic>
        <p:nvPicPr>
          <p:cNvPr id="978652745" name=""/>
          <p:cNvPicPr>
            <a:picLocks noChangeAspect="1"/>
          </p:cNvPicPr>
          <p:nvPr/>
        </p:nvPicPr>
        <p:blipFill rotWithShape="1">
          <a:blip r:embed="rId3"/>
          <a:srcRect l="6094" t="6239" r="9717" b="2735"/>
          <a:stretch/>
        </p:blipFill>
        <p:spPr bwMode="auto">
          <a:xfrm flipH="0" flipV="0">
            <a:off x="1734871" y="1445779"/>
            <a:ext cx="8287563" cy="53763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850110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PT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Resultados </a:t>
            </a:r>
            <a:endParaRPr/>
          </a:p>
        </p:txBody>
      </p:sp>
      <p:pic>
        <p:nvPicPr>
          <p:cNvPr id="672652483" name=""/>
          <p:cNvPicPr>
            <a:picLocks noChangeAspect="1"/>
          </p:cNvPicPr>
          <p:nvPr/>
        </p:nvPicPr>
        <p:blipFill rotWithShape="1">
          <a:blip r:embed="rId3"/>
          <a:srcRect l="4114" t="5099" r="6227" b="0"/>
          <a:stretch/>
        </p:blipFill>
        <p:spPr bwMode="auto">
          <a:xfrm flipH="0" flipV="0">
            <a:off x="2172025" y="1432672"/>
            <a:ext cx="7847948" cy="49840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266297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Conclusões </a:t>
            </a:r>
            <a:endParaRPr/>
          </a:p>
        </p:txBody>
      </p:sp>
      <p:sp>
        <p:nvSpPr>
          <p:cNvPr id="49102430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Trabalhos futuros </a:t>
            </a:r>
            <a:endParaRPr/>
          </a:p>
          <a:p>
            <a:pPr lvl="1">
              <a:defRPr/>
            </a:pPr>
            <a:r>
              <a:rPr/>
              <a:t>Análise a partir de uma combinação de betweeness e closeness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ONLYOFFICE/9.2.0.100</Application>
  <PresentationFormat>On-screen Show (4:3)</PresentationFormat>
  <Paragraphs>0</Paragraphs>
  <Slides>13</Slides>
  <Notes>13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2025-12-09T10:53:37Z</dcterms:modified>
</cp:coreProperties>
</file>